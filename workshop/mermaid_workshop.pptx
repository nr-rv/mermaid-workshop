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035C9-31AF-4E42-8832-69B1DF9CA2A4}" v="167" dt="2026-01-20T19:48:41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25" autoAdjust="0"/>
  </p:normalViewPr>
  <p:slideViewPr>
    <p:cSldViewPr snapToGrid="0">
      <p:cViewPr varScale="1">
        <p:scale>
          <a:sx n="137" d="100"/>
          <a:sy n="137" d="100"/>
        </p:scale>
        <p:origin x="7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Rochon" userId="0ddd44b0-25f3-4faa-a4d2-6347eba973e4" providerId="ADAL" clId="{696EA9A7-EA2A-4F40-9C28-FB4D33354BC2}"/>
    <pc:docChg chg="addSld delSld modSld">
      <pc:chgData name="Nathan Rochon" userId="0ddd44b0-25f3-4faa-a4d2-6347eba973e4" providerId="ADAL" clId="{696EA9A7-EA2A-4F40-9C28-FB4D33354BC2}" dt="2026-01-20T19:48:41.043" v="167" actId="20577"/>
      <pc:docMkLst>
        <pc:docMk/>
      </pc:docMkLst>
      <pc:sldChg chg="addSp modSp">
        <pc:chgData name="Nathan Rochon" userId="0ddd44b0-25f3-4faa-a4d2-6347eba973e4" providerId="ADAL" clId="{696EA9A7-EA2A-4F40-9C28-FB4D33354BC2}" dt="2026-01-20T19:47:32.384" v="115" actId="20577"/>
        <pc:sldMkLst>
          <pc:docMk/>
          <pc:sldMk cId="2395745289" sldId="256"/>
        </pc:sldMkLst>
        <pc:spChg chg="mod">
          <ac:chgData name="Nathan Rochon" userId="0ddd44b0-25f3-4faa-a4d2-6347eba973e4" providerId="ADAL" clId="{696EA9A7-EA2A-4F40-9C28-FB4D33354BC2}" dt="2026-01-20T19:35:03.542" v="14" actId="20577"/>
          <ac:spMkLst>
            <pc:docMk/>
            <pc:sldMk cId="2395745289" sldId="256"/>
            <ac:spMk id="2" creationId="{6C996BAE-8D4E-66BD-A8E3-8A717B5C8597}"/>
          </ac:spMkLst>
        </pc:spChg>
        <pc:spChg chg="mod">
          <ac:chgData name="Nathan Rochon" userId="0ddd44b0-25f3-4faa-a4d2-6347eba973e4" providerId="ADAL" clId="{696EA9A7-EA2A-4F40-9C28-FB4D33354BC2}" dt="2026-01-20T19:47:32.384" v="115" actId="20577"/>
          <ac:spMkLst>
            <pc:docMk/>
            <pc:sldMk cId="2395745289" sldId="256"/>
            <ac:spMk id="3" creationId="{E0082E7F-62A8-BA07-B0FB-2F4FE71320F2}"/>
          </ac:spMkLst>
        </pc:spChg>
        <pc:spChg chg="add mod">
          <ac:chgData name="Nathan Rochon" userId="0ddd44b0-25f3-4faa-a4d2-6347eba973e4" providerId="ADAL" clId="{696EA9A7-EA2A-4F40-9C28-FB4D33354BC2}" dt="2026-01-20T19:47:30.297" v="114" actId="1076"/>
          <ac:spMkLst>
            <pc:docMk/>
            <pc:sldMk cId="2395745289" sldId="256"/>
            <ac:spMk id="4" creationId="{D2F5A01D-A5A7-27DF-2E30-9719BC93D34A}"/>
          </ac:spMkLst>
        </pc:spChg>
      </pc:sldChg>
      <pc:sldChg chg="modSp add">
        <pc:chgData name="Nathan Rochon" userId="0ddd44b0-25f3-4faa-a4d2-6347eba973e4" providerId="ADAL" clId="{696EA9A7-EA2A-4F40-9C28-FB4D33354BC2}" dt="2026-01-20T19:47:41.298" v="124" actId="20577"/>
        <pc:sldMkLst>
          <pc:docMk/>
          <pc:sldMk cId="1668146748" sldId="257"/>
        </pc:sldMkLst>
        <pc:spChg chg="mod">
          <ac:chgData name="Nathan Rochon" userId="0ddd44b0-25f3-4faa-a4d2-6347eba973e4" providerId="ADAL" clId="{696EA9A7-EA2A-4F40-9C28-FB4D33354BC2}" dt="2026-01-20T19:47:41.298" v="124" actId="20577"/>
          <ac:spMkLst>
            <pc:docMk/>
            <pc:sldMk cId="1668146748" sldId="257"/>
            <ac:spMk id="2" creationId="{405AD6C0-CCDC-740B-B4C2-DEDE6E220CE2}"/>
          </ac:spMkLst>
        </pc:spChg>
      </pc:sldChg>
      <pc:sldChg chg="modSp add del">
        <pc:chgData name="Nathan Rochon" userId="0ddd44b0-25f3-4faa-a4d2-6347eba973e4" providerId="ADAL" clId="{696EA9A7-EA2A-4F40-9C28-FB4D33354BC2}" dt="2026-01-20T19:35:06.581" v="16" actId="2696"/>
        <pc:sldMkLst>
          <pc:docMk/>
          <pc:sldMk cId="4275316130" sldId="257"/>
        </pc:sldMkLst>
        <pc:spChg chg="mod">
          <ac:chgData name="Nathan Rochon" userId="0ddd44b0-25f3-4faa-a4d2-6347eba973e4" providerId="ADAL" clId="{696EA9A7-EA2A-4F40-9C28-FB4D33354BC2}" dt="2026-01-20T19:35:06.003" v="15"/>
          <ac:spMkLst>
            <pc:docMk/>
            <pc:sldMk cId="4275316130" sldId="257"/>
            <ac:spMk id="2" creationId="{735D2CE5-75F2-6892-368A-5FAD12AEF910}"/>
          </ac:spMkLst>
        </pc:spChg>
      </pc:sldChg>
      <pc:sldChg chg="modSp add">
        <pc:chgData name="Nathan Rochon" userId="0ddd44b0-25f3-4faa-a4d2-6347eba973e4" providerId="ADAL" clId="{696EA9A7-EA2A-4F40-9C28-FB4D33354BC2}" dt="2026-01-20T19:47:58.193" v="127" actId="20577"/>
        <pc:sldMkLst>
          <pc:docMk/>
          <pc:sldMk cId="313970921" sldId="258"/>
        </pc:sldMkLst>
        <pc:spChg chg="mod">
          <ac:chgData name="Nathan Rochon" userId="0ddd44b0-25f3-4faa-a4d2-6347eba973e4" providerId="ADAL" clId="{696EA9A7-EA2A-4F40-9C28-FB4D33354BC2}" dt="2026-01-20T19:47:58.193" v="127" actId="20577"/>
          <ac:spMkLst>
            <pc:docMk/>
            <pc:sldMk cId="313970921" sldId="258"/>
            <ac:spMk id="2" creationId="{3B41FA5A-17A5-D674-50AA-398ADEDE7A04}"/>
          </ac:spMkLst>
        </pc:spChg>
      </pc:sldChg>
      <pc:sldChg chg="modSp add">
        <pc:chgData name="Nathan Rochon" userId="0ddd44b0-25f3-4faa-a4d2-6347eba973e4" providerId="ADAL" clId="{696EA9A7-EA2A-4F40-9C28-FB4D33354BC2}" dt="2026-01-20T19:48:00.422" v="130" actId="20577"/>
        <pc:sldMkLst>
          <pc:docMk/>
          <pc:sldMk cId="2737519828" sldId="259"/>
        </pc:sldMkLst>
        <pc:spChg chg="mod">
          <ac:chgData name="Nathan Rochon" userId="0ddd44b0-25f3-4faa-a4d2-6347eba973e4" providerId="ADAL" clId="{696EA9A7-EA2A-4F40-9C28-FB4D33354BC2}" dt="2026-01-20T19:48:00.422" v="130" actId="20577"/>
          <ac:spMkLst>
            <pc:docMk/>
            <pc:sldMk cId="2737519828" sldId="259"/>
            <ac:spMk id="2" creationId="{27E8A8E9-FEA6-0592-EA38-C9B8B5B49C21}"/>
          </ac:spMkLst>
        </pc:spChg>
      </pc:sldChg>
      <pc:sldChg chg="modSp add">
        <pc:chgData name="Nathan Rochon" userId="0ddd44b0-25f3-4faa-a4d2-6347eba973e4" providerId="ADAL" clId="{696EA9A7-EA2A-4F40-9C28-FB4D33354BC2}" dt="2026-01-20T19:48:14.542" v="133" actId="20577"/>
        <pc:sldMkLst>
          <pc:docMk/>
          <pc:sldMk cId="539887362" sldId="260"/>
        </pc:sldMkLst>
        <pc:spChg chg="mod">
          <ac:chgData name="Nathan Rochon" userId="0ddd44b0-25f3-4faa-a4d2-6347eba973e4" providerId="ADAL" clId="{696EA9A7-EA2A-4F40-9C28-FB4D33354BC2}" dt="2026-01-20T19:48:14.542" v="133" actId="20577"/>
          <ac:spMkLst>
            <pc:docMk/>
            <pc:sldMk cId="539887362" sldId="260"/>
            <ac:spMk id="2" creationId="{E96C395A-B5ED-3FD6-55DE-FBE5BA428DF1}"/>
          </ac:spMkLst>
        </pc:spChg>
      </pc:sldChg>
      <pc:sldChg chg="modSp add">
        <pc:chgData name="Nathan Rochon" userId="0ddd44b0-25f3-4faa-a4d2-6347eba973e4" providerId="ADAL" clId="{696EA9A7-EA2A-4F40-9C28-FB4D33354BC2}" dt="2026-01-20T19:48:22.358" v="136" actId="20577"/>
        <pc:sldMkLst>
          <pc:docMk/>
          <pc:sldMk cId="2313214355" sldId="261"/>
        </pc:sldMkLst>
        <pc:spChg chg="mod">
          <ac:chgData name="Nathan Rochon" userId="0ddd44b0-25f3-4faa-a4d2-6347eba973e4" providerId="ADAL" clId="{696EA9A7-EA2A-4F40-9C28-FB4D33354BC2}" dt="2026-01-20T19:48:22.358" v="136" actId="20577"/>
          <ac:spMkLst>
            <pc:docMk/>
            <pc:sldMk cId="2313214355" sldId="261"/>
            <ac:spMk id="2" creationId="{BE29314F-94C2-7C63-CB05-C47B74832B2F}"/>
          </ac:spMkLst>
        </pc:spChg>
      </pc:sldChg>
      <pc:sldChg chg="modSp add">
        <pc:chgData name="Nathan Rochon" userId="0ddd44b0-25f3-4faa-a4d2-6347eba973e4" providerId="ADAL" clId="{696EA9A7-EA2A-4F40-9C28-FB4D33354BC2}" dt="2026-01-20T19:48:30.975" v="161" actId="20577"/>
        <pc:sldMkLst>
          <pc:docMk/>
          <pc:sldMk cId="3882904770" sldId="262"/>
        </pc:sldMkLst>
        <pc:spChg chg="mod">
          <ac:chgData name="Nathan Rochon" userId="0ddd44b0-25f3-4faa-a4d2-6347eba973e4" providerId="ADAL" clId="{696EA9A7-EA2A-4F40-9C28-FB4D33354BC2}" dt="2026-01-20T19:48:30.975" v="161" actId="20577"/>
          <ac:spMkLst>
            <pc:docMk/>
            <pc:sldMk cId="3882904770" sldId="262"/>
            <ac:spMk id="2" creationId="{A645F2A9-4D3C-167F-6110-C335BB0CD28E}"/>
          </ac:spMkLst>
        </pc:spChg>
      </pc:sldChg>
      <pc:sldChg chg="modSp add">
        <pc:chgData name="Nathan Rochon" userId="0ddd44b0-25f3-4faa-a4d2-6347eba973e4" providerId="ADAL" clId="{696EA9A7-EA2A-4F40-9C28-FB4D33354BC2}" dt="2026-01-20T19:48:41.043" v="167" actId="20577"/>
        <pc:sldMkLst>
          <pc:docMk/>
          <pc:sldMk cId="2237916629" sldId="263"/>
        </pc:sldMkLst>
        <pc:spChg chg="mod">
          <ac:chgData name="Nathan Rochon" userId="0ddd44b0-25f3-4faa-a4d2-6347eba973e4" providerId="ADAL" clId="{696EA9A7-EA2A-4F40-9C28-FB4D33354BC2}" dt="2026-01-20T19:48:41.043" v="167" actId="20577"/>
          <ac:spMkLst>
            <pc:docMk/>
            <pc:sldMk cId="2237916629" sldId="263"/>
            <ac:spMk id="2" creationId="{5D29E0B3-63C8-BAD1-4AF3-6F26F97CD77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50AD0-125B-3B21-5D23-0F0327D3B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7F7C2-22F5-D70C-91FC-C3A3D19A1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2492B-E9F8-0339-E3E3-E25795523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1E8C5-839E-8C4C-EC90-ECAF2F0FA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7AF74-76E1-6A02-6D11-76EDB1D9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15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F74D-9115-F9B6-CB0B-00E2B283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424CC-9FCC-00B2-26CE-6EC4BC404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CDC8-57B6-1212-1F82-E2305DDA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AD7CC-52C5-78E3-3663-4E0276DF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2CCCD-2C1F-3CC3-454B-9D5D03253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4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E3D3-0F2F-C282-1560-8BE9A5E6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B3E3A-0DD5-5A44-EBA6-7ED95ED07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8DAD8-0DE2-C639-6963-DFB15CD87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D7D6B-6AE2-0A43-DB29-D7E5F42D2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8B806-2535-17D1-EB40-1FBC4232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73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211B-0DFF-6BB7-3503-F860A52F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7E528-6849-E174-CC16-0DF740E89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A19C6-B35A-1B72-AE3A-8DE54B937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4A75E-1846-21C9-F660-D7BB4C6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AEE83-5B4E-B18C-ACD5-1C1FDBC3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33C69-235E-4A71-9BE0-181BD33D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9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EDE8-823C-98F0-5E3A-F314A96E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998B7-128E-F174-0B14-DE5ABD174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E2F19-89C3-DC8D-4350-EE800C842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47325-990B-A972-46BA-7545BF58F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CF5B7-1F1B-56F9-6E7C-7331ED96F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CA93D2-93E7-5C4E-2361-D2AB10889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E23669-5769-A7FA-B1FD-578846F11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B814A-4051-7504-0007-444215CE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6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D91E-EBE9-D63A-D239-E08D77146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3DF8F-FD43-9D26-EA9B-D592148D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31C4F-FF4F-2516-20CE-8F8257B1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3163F-F1ED-E7A6-E6CC-C64F64A3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6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4B528-F7B3-5BE8-6FB2-5E0803B5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85ED7-7FFD-0016-0697-C6B91F27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942B-658A-CF35-355C-A9BD4C8D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1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00AD-67C0-5CEF-C9C8-D80AA6F6F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FA61-910B-5846-1AD3-E94C79B1D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A470A-C516-6988-B6C9-80AEC6490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ECB20-B0DC-155D-6A57-8CA45F74D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D685E-4C37-836D-D917-7C998214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1D924-1A0A-5E85-4C1D-0BC8EE8A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4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DDEA-D540-F3C2-2CF2-50413F61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4F909F-925E-9286-899D-5CCD06E58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09DD7-1F21-84CC-BA5F-1D314DF39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49560-AB3B-25D4-CD86-ECB07078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83299-541F-C12F-9155-F4C5DE74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B4155-B3D9-184A-2EA2-A7E7907B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7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727D-53B5-0929-8EE6-C728EDE2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EECB3-5D2E-C73D-2545-B2893A460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534EB-F758-2898-1367-EF07BD14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04ED1-5C09-5D12-70C0-FCB3E9C4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7FFBA-0B27-F04F-1EF9-F12ABF50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2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1CCF39-81FF-197B-E87D-61D2EE083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F518E-9387-F948-53EB-34C1D410D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47234-148A-667E-6354-15FF0D2C1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170D-9BD5-F061-60B2-20A0DFCB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8F945-7BC3-DAE8-AC29-4E44BD8C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19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2A713F-AFB0-CCCD-7627-8AE18EFB2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0F8DF-5357-E693-717D-C4D7011A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AF26-39B4-FA48-E03B-110366F4B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A9885-555E-47B4-86CA-604A1298871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B7B2A-634F-0DB3-38AB-21C17726D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0D056-6DED-E2D2-10F5-5496D8163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EEC23-9BA7-43F3-A90F-501439EFA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4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R-RV/mermaid-workshop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6BAE-8D4E-66BD-A8E3-8A717B5C8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Mermaid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82E7F-62A8-BA07-B0FB-2F4FE71320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DAC (design</a:t>
            </a:r>
            <a:r>
              <a:rPr lang="en-US" baseline="0" dirty="0"/>
              <a:t> as code)</a:t>
            </a:r>
          </a:p>
          <a:p>
            <a:r>
              <a:rPr lang="en-US" dirty="0"/>
              <a:t>the dev’s </a:t>
            </a:r>
            <a:r>
              <a:rPr lang="en-US" dirty="0" err="1"/>
              <a:t>uml</a:t>
            </a:r>
            <a:r>
              <a:rPr lang="en-US" dirty="0"/>
              <a:t> that git can handle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5A01D-A5A7-27DF-2E30-9719BC93D34A}"/>
              </a:ext>
            </a:extLst>
          </p:cNvPr>
          <p:cNvSpPr txBox="1"/>
          <p:nvPr/>
        </p:nvSpPr>
        <p:spPr>
          <a:xfrm>
            <a:off x="0" y="6488668"/>
            <a:ext cx="203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Nathan Rochon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53C03-0EC8-4998-1BA5-964AB79A072C}"/>
              </a:ext>
            </a:extLst>
          </p:cNvPr>
          <p:cNvSpPr txBox="1"/>
          <p:nvPr/>
        </p:nvSpPr>
        <p:spPr>
          <a:xfrm rot="1467570">
            <a:off x="10407408" y="390038"/>
            <a:ext cx="1964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Workshop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745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AD6C0-CCDC-740B-B4C2-DEDE6E220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926AE-144A-295E-4F3F-D1185A677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46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1FA5A-17A5-D674-50AA-398ADEDE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What is Mermaid.js?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8CAC5-854C-64C7-A7BF-89260BC13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A8E9-FEA6-0592-EA38-C9B8B5B4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Where can you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95A61-3A7C-0197-2609-03ABEA887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19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C395A-B5ED-3FD6-55DE-FBE5BA428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Basic Diagrams</a:t>
            </a:r>
            <a:endParaRPr lang="en-US" sz="4400" b="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AA941-706F-2823-FE3A-980012A68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8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314F-94C2-7C63-CB05-C47B74832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Hands-on Practice</a:t>
            </a:r>
            <a:endParaRPr lang="en-US" sz="4400" b="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BA9D8-F2E1-A959-6AF6-D63749D89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1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F2A9-4D3C-167F-6110-C335BB0CD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 Tricks and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C9A40-A28B-A429-9AF2-7B41C698A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04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E0B3-63C8-BAD1-4AF3-6F26F97C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48C97-FD11-213D-ECE5-165E7AF66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16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43</Words>
  <Application>Microsoft Office PowerPoint</Application>
  <PresentationFormat>Widescreen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Mermaid</vt:lpstr>
      <vt:lpstr>TimeLine</vt:lpstr>
      <vt:lpstr>What is Mermaid.js?</vt:lpstr>
      <vt:lpstr>Where can you use it?</vt:lpstr>
      <vt:lpstr>Basic Diagrams</vt:lpstr>
      <vt:lpstr>Hands-on Practice</vt:lpstr>
      <vt:lpstr>Cool Tricks and Tips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Rochon</dc:creator>
  <cp:lastModifiedBy>Nathan Rochon</cp:lastModifiedBy>
  <cp:revision>2</cp:revision>
  <dcterms:created xsi:type="dcterms:W3CDTF">2026-01-20T19:34:16Z</dcterms:created>
  <dcterms:modified xsi:type="dcterms:W3CDTF">2026-01-20T19:57:31Z</dcterms:modified>
</cp:coreProperties>
</file>